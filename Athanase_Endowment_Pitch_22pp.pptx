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17" r:id="rId25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Outperformance with downside protection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22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18×*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6748272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20">
                <a:solidFill>
                  <a:srgbClr val="556A83"/>
                </a:solidFill>
                <a:latin typeface="Arial"/>
              </a:rPr>
              <a:t>*18× = cumulative growth of capital since inception (2006) — not an annual or average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— any month the market fell — Athanase fell ~1.5% on average versus the market’s ~3.8%,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