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17" r:id="rId25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Outperformance with downside protection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22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— any month the market fell — Athanase fell ~1.5% on average versus the market’s ~3.8%,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