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60" r:id="rId9"/>
    <p:sldId id="263" r:id="rId12"/>
    <p:sldId id="267" r:id="rId16"/>
    <p:sldId id="284" r:id="rId33"/>
    <p:sldId id="271" r:id="rId20"/>
    <p:sldId id="274" r:id="rId23"/>
    <p:sldId id="278" r:id="rId27"/>
    <p:sldId id="339" r:id="rId88"/>
    <p:sldId id="279" r:id="rId28"/>
    <p:sldId id="285" r:id="rId34"/>
    <p:sldId id="282" r:id="rId31"/>
    <p:sldId id="286" r:id="rId35"/>
    <p:sldId id="289" r:id="rId38"/>
    <p:sldId id="327" r:id="rId76"/>
    <p:sldId id="326" r:id="rId75"/>
    <p:sldId id="328" r:id="rId77"/>
    <p:sldId id="325" r:id="rId74"/>
    <p:sldId id="329" r:id="rId78"/>
    <p:sldId id="317" r:id="rId66"/>
    <p:sldId id="321" r:id="rId70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9" Type="http://schemas.openxmlformats.org/officeDocument/2006/relationships/slide" Target="slides/slide2.xml"/><Relationship Id="rId12" Type="http://schemas.openxmlformats.org/officeDocument/2006/relationships/slide" Target="slides/slide3.xml"/><Relationship Id="rId16" Type="http://schemas.openxmlformats.org/officeDocument/2006/relationships/slide" Target="slides/slide4.xml"/><Relationship Id="rId20" Type="http://schemas.openxmlformats.org/officeDocument/2006/relationships/slide" Target="slides/slide6.xml"/><Relationship Id="rId23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10.xml"/><Relationship Id="rId31" Type="http://schemas.openxmlformats.org/officeDocument/2006/relationships/slide" Target="slides/slide12.xml"/><Relationship Id="rId33" Type="http://schemas.openxmlformats.org/officeDocument/2006/relationships/slide" Target="slides/slide5.xml"/><Relationship Id="rId34" Type="http://schemas.openxmlformats.org/officeDocument/2006/relationships/slide" Target="slides/slide11.xml"/><Relationship Id="rId35" Type="http://schemas.openxmlformats.org/officeDocument/2006/relationships/slide" Target="slides/slide13.xml"/><Relationship Id="rId38" Type="http://schemas.openxmlformats.org/officeDocument/2006/relationships/slide" Target="slides/slide14.xml"/><Relationship Id="rId66" Type="http://schemas.openxmlformats.org/officeDocument/2006/relationships/slide" Target="slides/slide20.xml"/><Relationship Id="rId70" Type="http://schemas.openxmlformats.org/officeDocument/2006/relationships/slide" Target="slides/slide21.xml"/><Relationship Id="rId74" Type="http://schemas.openxmlformats.org/officeDocument/2006/relationships/slide" Target="slides/slide18.xml"/><Relationship Id="rId75" Type="http://schemas.openxmlformats.org/officeDocument/2006/relationships/slide" Target="slides/slide16.xml"/><Relationship Id="rId76" Type="http://schemas.openxmlformats.org/officeDocument/2006/relationships/slide" Target="slides/slide15.xml"/><Relationship Id="rId77" Type="http://schemas.openxmlformats.org/officeDocument/2006/relationships/slide" Target="slides/slide17.xml"/><Relationship Id="rId78" Type="http://schemas.openxmlformats.org/officeDocument/2006/relationships/slide" Target="slides/slide19.xml"/><Relationship Id="rId88" Type="http://schemas.openxmlformats.org/officeDocument/2006/relationships/slide" Target="slides/slide9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Relationship Id="rId10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modSld">
      <pc:chgData name="Stefan Charette" userId="0db9b4c6-585a-4616-ab53-47ba82066cad" providerId="ADAL" clId="{42E455C0-5321-4BA4-9654-3C8921CE5DA4}" dt="2026-06-09T08:13:34.859" v="41" actId="20577"/>
      <pc:docMkLst>
        <pc:docMk/>
      </pc:docMkLst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endowment briefing  ·  Replacing part of global public equity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>
                <a:solidFill>
                  <a:srgbClr val="0E1620"/>
                </a:solidFill>
                <a:latin typeface="Arial"/>
              </a:rPr>
              <a:t> — megacap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>
                <a:solidFill>
                  <a:srgbClr val="0E1620"/>
                </a:solidFill>
                <a:latin typeface="Arial"/>
              </a:rPr>
              <a:t> — a Nordic nomination-committee model wins seats constructively, not by proxy war.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p.a.,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20734</Words>
  <Application>Microsoft Office PowerPoint</Application>
  <PresentationFormat>Custom</PresentationFormat>
  <Paragraphs>1785</Paragraphs>
  <Slides>93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6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2026-06-09T08:13:39Z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