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Figure 5.  Growth of capital since 2006 (×)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Since 2006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Since 2006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numFmt formatCode="0.0&quot;×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Win by losing less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Athanase keeps pace in up markets but takes less than half the downside — 93% up-capture, 43% down-capture. The asymmetry, not outsized rallies, is the edge.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And it compounds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every drawdown leaves more capital working in the recovery. Since 2006 that turned each €1 into ~€18 of capital — 18× growth, versus ~3.2× for the market.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Net of every fee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16.3% net per year versus the market’s 6.2% — about +10 points a year, after all fees and across two full market cycles.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