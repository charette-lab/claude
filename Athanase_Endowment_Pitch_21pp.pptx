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Athanase diversifies your portfolio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Athanase diversifies your portfolio</dc:title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