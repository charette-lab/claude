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sldIdLst>
    <p:sldId id="256" r:id="rId5"/>
    <p:sldId id="260" r:id="rId6"/>
    <p:sldId id="263" r:id="rId7"/>
    <p:sldId id="267" r:id="rId8"/>
    <p:sldId id="284" r:id="rId9"/>
    <p:sldId id="271" r:id="rId10"/>
    <p:sldId id="341" r:id="rId11"/>
    <p:sldId id="342" r:id="rId34"/>
    <p:sldId id="278" r:id="rId12"/>
    <p:sldId id="339" r:id="rId13"/>
    <p:sldId id="279" r:id="rId14"/>
    <p:sldId id="340" r:id="rId33"/>
    <p:sldId id="285" r:id="rId15"/>
    <p:sldId id="282" r:id="rId16"/>
    <p:sldId id="286" r:id="rId17"/>
    <p:sldId id="289" r:id="rId18"/>
    <p:sldId id="327" r:id="rId19"/>
    <p:sldId id="326" r:id="rId20"/>
    <p:sldId id="328" r:id="rId21"/>
    <p:sldId id="325" r:id="rId22"/>
    <p:sldId id="329" r:id="rId23"/>
    <p:sldId id="317" r:id="rId24"/>
    <p:sldId id="321" r:id="rId25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2" dt="2026-06-09T10:28:35.7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openxmlformats.org/officeDocument/2006/relationships/slide" Target="slides/slide11.xml"/><Relationship Id="rId34" Type="http://schemas.openxmlformats.org/officeDocument/2006/relationships/slide" Target="slides/slide90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modSld">
      <pc:chgData name="Stefan Charette" userId="0db9b4c6-585a-4616-ab53-47ba82066cad" providerId="ADAL" clId="{42E455C0-5321-4BA4-9654-3C8921CE5DA4}" dt="2026-06-09T10:30:30.470" v="340" actId="478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we invest after we have agreed on board engagement with the other shareholders</a:t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 dirty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9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4280</Words>
  <Application>Microsoft Office PowerPoint</Application>
  <PresentationFormat>Custom</PresentationFormat>
  <Paragraphs>414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2026-06-09T10:30:30Z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