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What allocators actually earn from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pic>
        <p:nvPicPr>
          <p:cNvPr id="8" name="Picture 7" descr="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5941604" cy="2889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47266" y="2262835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574" y="2360371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574" y="261396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266" y="358932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574" y="368686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574" y="394045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over public equities (Cambridge; Kaplan-Schoar / Burgiss; Cliffwater; BVCA).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6" y="4915814"/>
            <a:ext cx="2779845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574" y="501335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574" y="5266944"/>
            <a:ext cx="248723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25056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2000–2022): PE 11.4% vs PME 5.8%. BVCA / Capital Dynamics (UK &amp; Europe, 2001–2023): 14.1% vs 7.7% (PME+). Corroborated by Cambridge Associates mPME (1.15–1.25×) and Kaplan-Harris-Jenkinson KS-PME on Burgiss (1.20–1.27×), ≈ +3 pts/yr. Athanase real, net, 2006–2025.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Switching a private-equity sleeve into Athanase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pic>
        <p:nvPicPr>
          <p:cNvPr id="8" name="Picture 7" descr="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23819"/>
            <a:ext cx="4108072" cy="2889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76" y="612526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7345" y="2243328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652" y="234086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6997" y="233111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652" y="263347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3179673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345" y="4116019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652" y="4213555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997" y="420380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652" y="4506163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57345" y="5052364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652" y="5149900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997" y="514014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652" y="5442508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57345" y="5988710"/>
            <a:ext cx="4169768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652" y="608624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997" y="607649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652" y="637885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27%, downside 11%). PE realised ~11–14% (Cliffwater 11.4%; BVCA 14.1%) vs headline IRR ~18–22%; reported ~10% vol de-smoothed to ~25–30% (PIMCO; AQR equity beta 1.5–1.6; Couts-Gonçalves-Rossi, 2024). Illustrative; past performance ≠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