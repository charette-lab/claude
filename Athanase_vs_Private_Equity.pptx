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Private equity’s headline return is not what you 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Headline IRR is struck on drawn capital only. Measured on the capital you commit — the honest basis — the return is far lower.</a:t>
            </a:r>
          </a:p>
        </p:txBody>
      </p:sp>
      <p:pic>
        <p:nvPicPr>
          <p:cNvPr id="8" name="Picture 7" descr="pe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850626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7987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REINVESTMENT TRICK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52979"/>
            <a:ext cx="248723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IRR assumes uncalled cash earns the IRR — inflating the figure by ~3 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7063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COMMITTED-CAPITAL DRAG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79468"/>
            <a:ext cx="248723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You commit 100 but ~half sits in cash earning little, while paying fees — overstating returns by up to ~50%.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32857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LIKE-FOR-LIKE TRUTH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305958"/>
            <a:ext cx="248723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 a public-market-equivalent basis, 2006–18 PE returned ~8.6% — about the same as the S&amp;P 500, after $400bn+ in fees.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Athanase’s 16% is already a committed-capital return — fully invested from day one. Compared like-for-like, it is roughly double real PE.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top-quartile headline IRR ~18–22% (Cambridge Associates US PE benchmark, 2024); real ~8.6% public-market-equivalent return, 2006–18 (Phalippou, 2020); committed-capital / undrawn-commitment drag (Meyer, 2020, J. Alternative Investments; Hayley &amp; Sefiloglu, 2022; Buchner, Kaserer &amp; Wagner, 2010). Bridge magnitudes illustrative, reconciling cited endpoints.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the honest numbers, Athanase out-returns real PE with more liquidity, lower fees and daily transparency.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Measured honestly, PE moves down and to the right — lower return, higher true risk — while Athanase sits up and to the left.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~9%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Roughly double real PE on a committed-capital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true downside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De-smoothed, PE’s economic downside is ~13% vs Athanase’s ~11%.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Switching a PE sleeve into Athanase keeps the operational upside but adds return, liquidity and transparency — once PE is measured the way you actually experience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83577"/>
            <a:ext cx="921738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real. PE real return ~8.6% committed basis (Phalippou, 2020); downside vol reported ~7% de-smoothed to ~13% (MSCI; Morningstar).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