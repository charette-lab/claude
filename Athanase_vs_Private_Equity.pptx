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What allocators actually earn from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pic>
        <p:nvPicPr>
          <p:cNvPr id="8" name="Picture 7" descr="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5941604" cy="2889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47266" y="2262835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574" y="2360371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574" y="261396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47266" y="358932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574" y="368686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574" y="394045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over public equities (Cambridge; Kaplan-Schoar / Burgiss; Cliffwater; BVCA).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6" y="491581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574" y="501335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574" y="526694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25056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2000–2022): PE 11.4% vs PME 5.8%. BVCA / Capital Dynamics (UK &amp; Europe, 2001–2023): 14.1% vs 7.7% (PME+). Corroborated by Cambridge Associates mPME (1.15–1.25×) and Kaplan-Harris-Jenkinson KS-PME on Burgiss (1.20–1.27×), ≈ +3 pts/yr. Athanase real, net, 2006–2025.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Switching a private-equity sleeve into Athanase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the honest numbers, Athanase out-returns real PE with more liquidity, lower fees and daily transparency.</a:t>
            </a:r>
          </a:p>
        </p:txBody>
      </p:sp>
      <p:pic>
        <p:nvPicPr>
          <p:cNvPr id="8" name="Picture 7" descr="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108072" cy="2889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76" y="612526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Measured honestly, PE moves down and to the right — lower return, higher true risk — while Athanase sits up and to the left.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7345" y="2243328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652" y="234086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6997" y="233111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652" y="2633472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3179673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652" y="32772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997" y="3267456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652" y="3569817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7345" y="4116019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652" y="4213555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997" y="4203801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652" y="4506163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57345" y="5052364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652" y="5149900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997" y="5140147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652" y="5442508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57345" y="5988710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652" y="608624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997" y="6076492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Lower true downside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652" y="6378854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De-smoothed, PE’s economic downside is ~13% vs Athanase’s ~11%.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Switching a PE sleeve into Athanase keeps the operational upside but adds return, liquidity and transparency — once PE is measured the way you actually experience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22" y="6983577"/>
            <a:ext cx="921738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real. PE realised ~11–14% (Cliffwater US state pensions 11.4%, 2000–22; BVCA UK/Europe 14.1%, 2001–23) vs headline IRR ~18–22%; downside vol reported ~7% de-smoothed to ~13% (MSCI; Morningstar). Illustrative; past performance ≠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