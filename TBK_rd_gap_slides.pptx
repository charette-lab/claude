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548235"/>
            </a:solidFill>
          </c:spPr>
          <c:dPt>
            <c:idx val="0"/>
            <c:spPr>
              <a:solidFill>
                <a:srgbClr val="7F1D1D"/>
              </a:solidFill>
            </c:spPr>
          </c:dPt>
          <c:dPt>
            <c:idx val="1"/>
            <c:spPr>
              <a:solidFill>
                <a:srgbClr val="7F1D1D"/>
              </a:solidFill>
            </c:spPr>
          </c:dPt>
          <c:dPt>
            <c:idx val="2"/>
            <c:spPr>
              <a:solidFill>
                <a:srgbClr val="7F1D1D"/>
              </a:solidFill>
            </c:spPr>
          </c:dPt>
          <c:dPt>
            <c:idx val="3"/>
            <c:spPr>
              <a:solidFill>
                <a:srgbClr val="7F1D1D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Product-level proof: same pumps, half the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Customer curve: Isuzu 25.8% &gt; MMTH 23.0% &gt; ITT 22.6% &gt; Kubota 17.0%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e-pump/TCU program targets exactly this ladder — the data proves the rungs exist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Inside TBK Japan: the keiretsu discount, quantified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Haldex lesson: aftermarket is the profit pool — and subscale OE discs lose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02020"/>
                </a:solidFill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F4E78"/>
                </a:solidFill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