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Sheet1!$A$2:$A$8</c:f>
              <c:strCache>
                <c:ptCount val="7"/>
                <c:pt idx="0">
                  <c:v>Foundation
drum (2L)</c:v>
                </c:pt>
                <c:pt idx="1">
                  <c:v>Friction /
linings</c:v>
                </c:pt>
                <c:pt idx="2">
                  <c:v>Brake
drum</c:v>
                </c:pt>
                <c:pt idx="3">
                  <c:v>Disc
brake</c:v>
                </c:pt>
                <c:pt idx="4">
                  <c:v>Brake adjusters
(ABA)</c:v>
                </c:pt>
                <c:pt idx="5">
                  <c:v>ABS / EBS
electronics</c:v>
                </c:pt>
                <c:pt idx="6">
                  <c:v>Aftermarket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15.8</c:v>
                </c:pt>
                <c:pt idx="1">
                  <c:v>25.1</c:v>
                </c:pt>
                <c:pt idx="2">
                  <c:v>22.9</c:v>
                </c:pt>
                <c:pt idx="3">
                  <c:v>68.7</c:v>
                </c:pt>
                <c:pt idx="6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Foundation
drum (2L)</c:v>
                </c:pt>
                <c:pt idx="1">
                  <c:v>Friction /
linings</c:v>
                </c:pt>
                <c:pt idx="2">
                  <c:v>Brake
drum</c:v>
                </c:pt>
                <c:pt idx="3">
                  <c:v>Disc
brake</c:v>
                </c:pt>
                <c:pt idx="4">
                  <c:v>Brake adjusters
(ABA)</c:v>
                </c:pt>
                <c:pt idx="5">
                  <c:v>ABS / EBS
electronics</c:v>
                </c:pt>
                <c:pt idx="6">
                  <c:v>Aftermarket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1">
                  <c:v>23.2</c:v>
                </c:pt>
                <c:pt idx="3">
                  <c:v>14.0</c:v>
                </c:pt>
                <c:pt idx="4">
                  <c:v>41.4</c:v>
                </c:pt>
                <c:pt idx="5">
                  <c:v>43.4</c:v>
                </c:pt>
                <c:pt idx="6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C06C2C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Haldex lesson: aftermarket is the profit pool — and subscale OE discs lose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 segment: TBK vs Haldex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…and the AFTERMARKET annuity: 48.2% CII vs TBK Sales 30.2%, on 4x the sales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 segment: TBK vs Concentric — product-level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