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Aisin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2.1</c:v>
                </c:pt>
                <c:pt idx="1">
                  <c:v>2.2</c:v>
                </c:pt>
                <c:pt idx="2">
                  <c:v>2.3</c:v>
                </c:pt>
                <c:pt idx="3">
                  <c:v>4.3</c:v>
                </c:pt>
                <c:pt idx="4">
                  <c:v>4.8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4-5.5%. TBK sits at 2.2%. *Concentric (AR2023, verified): expensed product development only 2.3% — yet 25% gross margin: niche dominance, not raw R&amp;D scale, drives pump profitability. The catch-up case rests on the larger peers and on winning specific e-pump sockets.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OPEX: TBK's problem is not cost discipline — it under-spends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= gross margin − operating margin (captures SG&amp;A + R&amp;D + other operating items), comparable peer set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Peers spend MORE below the line…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Brakes: Haldex 19.9%, Cummins 13.7%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(SG&amp;A 9.6% + R&amp;D 4.3%), SAF-H 13.4%,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 8.1%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Pumps: TPR 16.3%, Concentric 11.0%,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 7.6%, Hanon 6.6%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 SG&amp;A (incl. its ~2.2% R&amp;D): 9.7%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…and still earn 2.5x the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Operating margin: TBK 2.7% vs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 peers avg 7.2% | pump peers avg 6.7%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peer GM AND peer opex, TBK would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spend ~$7M MORE opex ($42M vs $35M)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yet earn ~$25M operating profit vs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$10M actual → +$15M/yr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Concentric's history makes the point: opex rose 10.3% (2022) → 11.7% (2023) as it funded the e-pump transition, yet 5-yr operating margin averaged 18.4% (23.5% pre-EMP in 2019) — high gross margins pay for development. Implication for TBK: cutting opex is the wrong lever; the gap is in COGS/gross margin, and peer-level opex means spending MORE below the line — exactly the R&amp;D catch-up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