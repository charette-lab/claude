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TBK</c:v>
                </c:pt>
                <c:pt idx="1">
                  <c:v>SAF-Holland</c:v>
                </c:pt>
                <c:pt idx="2">
                  <c:v>Cummins</c:v>
                </c:pt>
                <c:pt idx="3">
                  <c:v>Aisin</c:v>
                </c:pt>
                <c:pt idx="4">
                  <c:v>Concentric*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2.2</c:v>
                </c:pt>
                <c:pt idx="1">
                  <c:v>2.1</c:v>
                </c:pt>
                <c:pt idx="2">
                  <c:v>4.3</c:v>
                </c:pt>
                <c:pt idx="3">
                  <c:v>4.8</c:v>
                </c:pt>
                <c:pt idx="4">
                  <c:v>5.0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 plus competitor filings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Concentric/Pierburg: 400-800V e-coolant pump families; e-products 24% of Concentric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Brake systems players spend 6-9% of sales; pump/thermal players cluster at 4-5.5%. TBK sits at 2.2% — trailer-parts intensity, while facing a systems transition in brakes AND a socket race in pumps. *Hanon mid-range of conflicting filings; Concentric per secondary source.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also fell from $59M (FY16) to $16M (FY25).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Two decision rooms at the same customers — two ring-fenced programs.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