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base in the peer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Closing 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(margin 10.6% → 12.5%) — and the phased pro-forma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(later page) shows the full management-premise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aftermarket is the profit pool — and subscale OE discs lose money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692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