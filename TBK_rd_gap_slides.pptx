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Aisin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2.1</c:v>
                </c:pt>
                <c:pt idx="1">
                  <c:v>2.2</c:v>
                </c:pt>
                <c:pt idx="2">
                  <c:v>2.3</c:v>
                </c:pt>
                <c:pt idx="3">
                  <c:v>4.3</c:v>
                </c:pt>
                <c:pt idx="4">
                  <c:v>4.8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4-5.5%. TBK sits at 2.2%. *Concentric (AR2023, verified): expensed product development only 2.3% — yet 25% gross margin: niche dominance, not raw R&amp;D scale, drives pump profitability. The catch-up case rests on the larger peers and on winning specific e-pump sockets.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