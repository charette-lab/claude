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F4E78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548235"/>
              </a:solidFill>
            </c:spPr>
          </c:dPt>
          <c:dPt>
            <c:idx val="2"/>
            <c:spPr>
              <a:solidFill>
                <a:srgbClr val="548235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core products
(ABA/ABS/air, ref.)</c:v>
                </c:pt>
                <c:pt idx="4">
                  <c:v>Concentric conv.
pumps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43.0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C06C2C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Haldex lesson: aftermarket is the profit pool — and subscale OE discs lose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 segment: TBK vs Haldex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…and the AFTERMARKET annuity: 48.2% CII vs TBK Sales 30.2%, on 4x the sales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SAW case: TBK's best product, sold ~30% below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At market price, SAW earns 38-44% contribution — EXACTLY the level of Haldex's core products (41-44%)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Price flows straight to contribution: no cost change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Class-leading tech + below-market price = the export business case writes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 segment: TBK vs Concentric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