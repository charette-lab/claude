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core products
(ABA/ABS/air, ref.)</c:v>
                </c:pt>
                <c:pt idx="4">
                  <c:v>Concentric conv.
pumps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43.0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Operating profit: 2.7% -&gt; 7.1% -&gt; 15.0% -&gt; 26.6% margin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profit ¥bn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95959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dPt>
            <c:idx val="3"/>
            <c:spPr>
              <a:solidFill>
                <a:srgbClr val="2E592E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FLOOR
SAW-only reprice</c:v>
                </c:pt>
                <c:pt idx="2">
                  <c:v>BASE
+15% all, 500 heads</c:v>
                </c:pt>
                <c:pt idx="3">
                  <c:v>FULL premises
+30% all, 1,000 heads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</c:v>
                </c:pt>
                <c:pt idx="1">
                  <c:v>4.1</c:v>
                </c:pt>
                <c:pt idx="2">
                  <c:v>9.4</c:v>
                </c:pt>
                <c:pt idx="3">
                  <c:v>18.7</c:v>
                </c:pt>
              </c:numCache>
            </c:numRef>
          </c:val>
        </c:ser>
        <c:dLbls>
          <c:numFmt formatCode="0.0&quot;bn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SAW case: TBK's best product, sold ~30% below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market price, SAW earns 38-44% contribution — EXACTLY the level of Haldex's core products (41-44%)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Price flows straight to contribution: no cost change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Class-leading tech + below-market price = the export business case writes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normalized TBK: right prices, right factories, real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BASE case (the investable one): ¥M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Sales 62,399 (+15% avg reprice on ¥51bn OEM book)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Gross profit 16,468 = 26.4% (peer top quartile)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R&amp;D 2,933 = 4.7% of sales — peer level, fully absorbed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Operating profit 9,377 = 15.0% — Knorr-Bremse-class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Net ~6,577 = ¥207 EPS -&gt; ~1.5x current market cap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Assumes OEM resistance/competition erodes HALF the stated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FULL premises = the leakage meter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All products +30% (management: Japanese customers pay ~30% below market) + 1,000 excess heads (company's own claim) @ ¥4M/head blended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OP 18,661 = 26.6% — ABOVE every Western peer: read as the ANNUAL VALUE LEAKAGE (~¥17bn to customers + idle capacity), not a forecast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MEMO (separate financing): R&amp;D deficit ~¥1.5bn/yr x5; ADB capex ¥4.5-7.5bn; restructuring cash ~¥4-6bn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Nothing here requires new products or customers — existing book, honest prices, loaded factories, peer-level R&amp;D. Even the BASE case self-funds the entire R&amp;D catch-up within ~18 months. Premises (30% discount, 1,000 heads) are management/first-hand information; the tiering makes the statement robust to how much of each is captured.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