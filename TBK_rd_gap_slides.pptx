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core products
(ABA/ABS/air, ref.)</c:v>
                </c:pt>
                <c:pt idx="4">
                  <c:v>Concentric conv.
pumps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43.0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2E592E"/>
              </a:solidFill>
            </c:spPr>
          </c:dPt>
          <c:dPt>
            <c:idx val="3"/>
            <c:spPr>
              <a:solidFill>
                <a:srgbClr val="595959"/>
              </a:solidFill>
            </c:spPr>
          </c:dPt>
          <c:cat>
            <c:strRef>
              <c:f>Sheet1!$A$2:$A$6</c:f>
              <c:strCache>
                <c:ptCount val="5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  <c:pt idx="4">
                  <c:v>Refs: Concentric peak 22%
Haldex US-only ~30%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SAW case: TBK's best product, sold ~30% below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market price, SAW earns 38-44% contribution — EXACTLY the level of Haldex's core products (41-44%)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Price flows straight to contribution: no cost change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Class-leading tech + below-market price = the export business case writes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normalized TBK: right prices, right factories, real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Funds the entire R&amp;D program (incl. deficit memo) in ~18-24 months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