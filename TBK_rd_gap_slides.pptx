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size-class peers only,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Sheet1!$A$2:$A$5</c:f>
              <c:strCache>
                <c:ptCount val="4"/>
                <c:pt idx="0">
                  <c:v>TBK
(12% of sales)</c:v>
                </c:pt>
                <c:pt idx="1">
                  <c:v>Akebono
(12%)</c:v>
                </c:pt>
                <c:pt idx="2">
                  <c:v>SAF-Holland
(7%)</c:v>
                </c:pt>
                <c:pt idx="3">
                  <c:v>Mikuni
(29%)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discontinuity Concentric crossed years ago. The real variable is not the %, it is ROIIC: Concentric deploys into protected electrified niches at high incremental returns; TBK spreads 2.2% defending dying drum/mechanical platforms at NEGATIVE ROIIC — starving its future to defend a shrinking past.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damning comparison is the direct one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— a domestic peer in similar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adjacencies — holds $194M of knowledge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stock: 4.5x TBK at only ~2x the revenue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Even distressed Akebono holds 3x TBK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deficit is real against SIMILARLY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SCALED competitors, not just giants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(Knorr $2.6bn / Cummins $5.6bn =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IMMEDIATE funding lever is the asset base, not theoretical pricing: &gt;¥2.2bn of impairments/restructuring in 2 yrs, a loss-making China segment, PP&amp;E at 39% of sales — footprint consolidation and utilization free cash NOW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Repricing the existing book (non-keiretsu already pay ~2x) adds the second leg — still no new products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together they fund the ~$27M/yr R&amp;D, which closes the CONTENT gap later. FY3/26 proved it: +~$7M/yr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Compel internal quality evidence: OEM scorecards, warranty rates, PPM data from Isuzu/Fuso/Hino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Pipeline audit: e-pumps in A/B sample testing; ADB homologation timeline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DOCUMENTED BUT EXTERNALLY UNVALIDATED: the product facts are verifiable (retarders since the 1960s, e-pumps and a TCU in development, an ADB prototype) — their competitiveness is not externally evidenced, and 'no recalls in 75 years' is absence-of-negatives, not proof of excellence. Either way the commercial conclusion holds: unvalidated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 — and ownership can compel the evidence: demand the OEM supplier scorecards, warranty-claim rates and PPM defect data from Isuzu/Fuso/Hino (they exist internally); audit the pipeline — how many e-pumps are in A/B samples with OEMs, what is the ADB homologation timeline. Then patent, publish, validate externally.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