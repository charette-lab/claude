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disc/e-pump discontinuity Concentric crossed years ago. Different phases, not a contradiction.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like-for-like signals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Same-size comparator: Mikuni $194M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— 4.5x TBK at ~2x the revenue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Intensity: TBK 12% of sales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Mikuni/Knorr 29%, Cummins 17%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Giants ($2.6-5.6bn) shown for 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only — absolute stock scales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company size; ratios are the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margin levers need NO new products: reprice the EXISTING book (non-keiretsu buyers already pay ~2x for identical parts), prune, fix the footprint, shift mix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those fund the ~$27M/yr R&amp;D program, which closes the CONTENT gap later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FY3/2026 already delivered the first ~$7M/yr (10.6% → 12.5%)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DOCUMENTED BUT EXTERNALLY UNVALIDATED: the product facts are verifiable (retarders since the 1960s, e-pumps and a TCU in development, an ADB prototype) — their competitiveness is not externally evidenced, and 'no recalls in 75 years' is absence-of-negatives, not proof of excellence. Either way the commercial conclusion holds: unvalidated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