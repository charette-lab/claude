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Aisin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2.1</c:v>
                </c:pt>
                <c:pt idx="1">
                  <c:v>2.2</c:v>
                </c:pt>
                <c:pt idx="2">
                  <c:v>2.3</c:v>
                </c:pt>
                <c:pt idx="3">
                  <c:v>4.3</c:v>
                </c:pt>
                <c:pt idx="4">
                  <c:v>4.8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 (incl. Concentric AR2023),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Brake systems players spend 6-9% of sales; large pump/thermal players cluster at 4-5.5%. TBK sits at 2.2%. *Concentric (AR2023, verified): expensed product development only 2.3% — yet 25% gross margin: niche dominance, not raw R&amp;D scale, drives pump profitability. The catch-up case rests on the larger peers and on winning specific e-pump sockets. *Hanon mid-range of conflicting filings.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 underperforms peer gross margins in BOTH businesses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Akebono — by 9-11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CV pump comp by ~13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Closing the margin gap is worth ~$22-24M more gross profit per year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Split roughly half brakes, half pumps (~$11-14M each)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202020"/>
                </a:solidFill>
              </a:rPr>
              <a:t>(margin 10.6% → 12.5%) — the path is proven, not theoretical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~$22-24M/yr peer-margin prize covers the ~$27M/yr program almost fully. The Concentric lesson: focused niche engineering at 2.3% intensity earns 25% gross margins — spend must buy sockets, not just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