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F4E78"/>
            </a:solidFill>
          </c:spPr>
          <c:dPt>
            <c:idx val="4"/>
            <c:spPr>
              <a:solidFill>
                <a:srgbClr val="7F1D1D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7F1D1D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548235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avg (6 scored)</c:v>
                </c:pt>
              </c:strCache>
            </c:strRef>
          </c:tx>
          <c:spPr>
            <a:ln w="28575">
              <a:solidFill>
                <a:srgbClr val="595959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7.17</c:v>
                </c:pt>
                <c:pt idx="1">
                  <c:v>5.92</c:v>
                </c:pt>
                <c:pt idx="2">
                  <c:v>6.58</c:v>
                </c:pt>
                <c:pt idx="3">
                  <c:v>2.67</c:v>
                </c:pt>
                <c:pt idx="4">
                  <c:v>4.75</c:v>
                </c:pt>
                <c:pt idx="5">
                  <c:v>4.17</c:v>
                </c:pt>
                <c:pt idx="6">
                  <c:v>6.75</c:v>
                </c:pt>
                <c:pt idx="7">
                  <c:v>3.75</c:v>
                </c:pt>
                <c:pt idx="8">
                  <c:v>5.08</c:v>
                </c:pt>
                <c:pt idx="9">
                  <c:v>4.5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BF900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4FB3BF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stock, not the flow: competitors' capitalized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base in the peer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knowledge-intensive business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case that TBK's gross margin is structurally too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Same product categories, same customers' industry — 5-15 points more margin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Why TBK looks lean on OPEX: its factory costs hide in COGS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segment sales + losses both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That IS the underutilized-footprint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I: external quality &amp; service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Brembo: all 10 F1 teams; AMS brake-brand vote 11 of 13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On every proxy the systems players lead — and TBK does not appear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4E78"/>
                </a:solidFill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Product evaluation II: innovation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framework ranking: TBK scores 5.38 — 9th of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incl. TBK 5.38, Mikuni 5.00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Durable problem, fragile solution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moat profile: where it is strong, where it bleeds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Chapter scores (1-10) — TBK vs Concentric (best newly-scored) vs Mikuni vs average of the 6 newly-scored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Substitution 3.5 — both products in active displacement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Moat criteria: TBK vs competitors, criterion by criterion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Research quality &amp; methodology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How this material was produced, verified, and where its limits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Tier 3: single-source estimates and market research — always labeled in the underlying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Aggregator's 'TBK FY26 ¥138M profit' contradicted by the audited tanshin (-¥131M)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TBK FY3/26 division split estimated from FY3/25 (yuho due June 2026); USD at ¥150/USD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202020"/>
                </a:solidFill>
              </a:rPr>
              <a:t>Scenario pages state assumptions on-slide; peer-margin scenarios use comparable reporters only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User-provided datasets: TBK 10-year financials; Peers 10-year; Peers LTM (7 companies, consistent methodology)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202020"/>
                </a:solidFill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