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Your index is now a bet on AI</a:t>
            </a:r>
            <a:br/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— diversify it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86000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59152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58775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6.1% return   ·   11.5%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090672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163824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      ·      90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39242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7.3% return   ·   11.1%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beats equities alone, and the benefit builds toward the ~60% minimum-risk point. A 10% sleeve lifts return ~1.2 pts with less downside; doubling to 20% roughly doubles the return pickup (~+2.4 pts) and cuts risk further — still far from any concentration limit.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a mathematical risk-reduction tool, not a risky bet. A ~10% sleeve adds ~1.2 pts of return and ~0.4 pts less downside risk; a ~20% sleeve roughly doubles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Athanase (AIP) and MSCI World IMI monthly net returns (SEK), 233 months 2006–2025 (ex-2014 H2 fund-transition gap), monthly-rebalanced blends; downside volatility = annualised downside deviation below zero. Minimum-risk point is in-sample, shown for shape, not advice. Past performance is not indicative of future results.</a:t>
            </a:r>
          </a:p>
        </p:txBody>
      </p:sp>
      <p:sp>
        <p:nvSpPr>
          <p:cNvPr id="24" name="Rectangle 14"/>
          <p:cNvSpPr/>
          <p:nvPr/>
        </p:nvSpPr>
        <p:spPr>
          <a:xfrm>
            <a:off x="6510690" y="3895344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5"/>
          <p:cNvSpPr txBox="1"/>
          <p:nvPr/>
        </p:nvSpPr>
        <p:spPr>
          <a:xfrm>
            <a:off x="6671629" y="3968496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20% SLEEVE      ·      80 / 20</a:t>
            </a:r>
          </a:p>
        </p:txBody>
      </p:sp>
      <p:sp>
        <p:nvSpPr>
          <p:cNvPr id="26" name="TextBox 16"/>
          <p:cNvSpPr txBox="1"/>
          <p:nvPr/>
        </p:nvSpPr>
        <p:spPr>
          <a:xfrm>
            <a:off x="6671629" y="4197096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8.5% return   ·   10.8%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index is now a bet on AI — diversify it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