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Your index is now a bet on AI</a:t>
            </a:r>
            <a:br/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— diversify it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10%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   ·   11.1% downside risk</a:t>
            </a:r>
            <a:r>
              <a:rPr sz="96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90% MSCI  /  10%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not a target: a 59% position would breach concentration and liquidity discipline. A ~10% indicative sleeve already moves the portfolio the right way, with ample room to spare.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bet. A ~10% indicative sleeve lifts return ~1.2 pts while cutting downside risk ~0.4 pts.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Athanase (AIP) and MSCI World IMI monthly net returns (SEK), 233 months 2006–2025 (ex-2014 H2 fund-transition gap), monthly-rebalanced blends; downside volatility = annualised downside deviation below zero. Minimum-risk point is in-sample, shown for shape, not advice.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index is now a bet on AI — diversify it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