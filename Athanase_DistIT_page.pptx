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system · In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risk ledger: our system in practice — and how it developed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engagement tests the risk system, and our mistakes refine it. Each row shows what the system flagged, the disciplined action it forced, the outcome — and what it taught.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proposed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149965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340864"/>
            <a:ext cx="136797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Company &amp;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38575" y="2340864"/>
            <a:ext cx="13899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729" y="2340864"/>
            <a:ext cx="12582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Thesis &amp; engagement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98" y="2340864"/>
            <a:ext cx="1463076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652" y="2340864"/>
            <a:ext cx="1331399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The risk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2340864"/>
            <a:ext cx="1719115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728" y="2340864"/>
            <a:ext cx="15874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The disciplined 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340864"/>
            <a:ext cx="1243615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843" y="2340864"/>
            <a:ext cx="111193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54305" y="2340864"/>
            <a:ext cx="1536230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27459" y="2340864"/>
            <a:ext cx="1404553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What it taught the 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2877312"/>
            <a:ext cx="1499652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2877312"/>
            <a:ext cx="43892" cy="15118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2974848"/>
            <a:ext cx="1338714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DistIT — Nasdaq Stockholm. Bought from 2015; built it with a new management team and board.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75" y="2877312"/>
            <a:ext cx="1389922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3675" y="2974848"/>
            <a:ext cx="1228984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Active owner with a board seat — compound a Nordic distribution platform.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8498" y="2877312"/>
            <a:ext cx="1463076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3598" y="2974848"/>
            <a:ext cx="1302138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2021: the EFUEL acquisition we had warned against went ahead; we judged the company overvalued — thesis broken.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91575" y="2877312"/>
            <a:ext cx="1719115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86675" y="2974848"/>
            <a:ext cx="1558176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From the board, forced the price down ~40% (SEK 300m → 180m + earn-out, which never paid). Sold across two blocks — into a rising price, not a falling one.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0690" y="2877312"/>
            <a:ext cx="1243615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5790" y="2974848"/>
            <a:ext cx="1082676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Profitable overall — but we sold too gradually instead of exiting in full.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54305" y="2877312"/>
            <a:ext cx="1536230" cy="15118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49405" y="2974848"/>
            <a:ext cx="1375292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Origin of the determined-seller framework: when the thesis breaks, exit completely — on the facts, not the price.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389120"/>
            <a:ext cx="1499652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8922" y="4389120"/>
            <a:ext cx="43892" cy="15118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22" y="4486656"/>
            <a:ext cx="1338714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Robit Plc — Nasdaq Helsinki. Invested in stages from May 2015; a niche drilling-consumables franchise below intrinsic value.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38575" y="4389120"/>
            <a:ext cx="1389922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33675" y="4486656"/>
            <a:ext cx="1228984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Board-level plan to fix the cost base and capital allocation.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28498" y="4389120"/>
            <a:ext cx="1463076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23598" y="4486656"/>
            <a:ext cx="1302138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91575" y="4389120"/>
            <a:ext cx="1719115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6675" y="4486656"/>
            <a:ext cx="1558176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Walked away — unwound rather than stay without influence.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10690" y="4389120"/>
            <a:ext cx="1243615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5790" y="4486656"/>
            <a:ext cx="1082676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Exited at ~14% IRR (&gt;2× the index); the shares have since roughly halved.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54305" y="4389120"/>
            <a:ext cx="1536230" cy="1511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49405" y="4486656"/>
            <a:ext cx="1375292" cy="1336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80" b="0" i="0">
                <a:solidFill>
                  <a:srgbClr val="0E1620"/>
                </a:solidFill>
                <a:latin typeface="Arial"/>
              </a:rPr>
              <a:t>Reinforced agreement-before-capital: no board alignment, no position.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22" y="5978956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Two entries shown; further cases to be added. The system is not static — Robit shaped “agreement before capital,” DistIT built the determined-seller exit.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risk system we both use and keep building — every engagement tests it, and our own mistakes are written back into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