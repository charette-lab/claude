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753600" cy="7315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Case studies · Risk discipline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Two cases, one discipline: when to walk away, and when to sell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3553" y="1511808"/>
            <a:ext cx="8705305" cy="682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When we cannot secure alignment we walk away (Robit); when the thesis breaks we sell on the facts, not the share price (DistIT) — and the one mistake we made built the system.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proposed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53" y="2340864"/>
            <a:ext cx="4279499" cy="419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000" b="1" i="0">
                <a:solidFill>
                  <a:srgbClr val="314359"/>
                </a:solidFill>
                <a:latin typeface="Arial"/>
              </a:rPr>
              <a:t>DISTIT — A THESIS SHIFT, ACTED ON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000" b="0" i="0">
                <a:solidFill>
                  <a:srgbClr val="0E1620"/>
                </a:solidFill>
                <a:latin typeface="Arial"/>
              </a:rPr>
              <a:t>Built it (from 2015): bought in and installed a new management team and board, compounding the platform over years.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000" b="0" i="0">
                <a:solidFill>
                  <a:srgbClr val="0E1620"/>
                </a:solidFill>
                <a:latin typeface="Arial"/>
              </a:rPr>
              <a:t>Couldn’t block it, so we governed it (2021): we warned against the EFUEL acquisition and held a board seat but could not stop it — so we forced the price down ~40%, from SEK 300m upfront to SEK 180m plus an earn-out, which never paid.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000" b="0" i="0">
                <a:solidFill>
                  <a:srgbClr val="0E1620"/>
                </a:solidFill>
                <a:latin typeface="Arial"/>
              </a:rPr>
              <a:t>Acted on the shift: judging the company overvalued, we sold across two blocks — into a rising price, not a falling one — and still made money.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000" b="0" i="0">
                <a:solidFill>
                  <a:srgbClr val="0E1620"/>
                </a:solidFill>
                <a:latin typeface="Arial"/>
              </a:rPr>
              <a:t>The honest mistake: we were not determined enough; we should have exited in full and taken the ~20% hit at once.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768" y="2340864"/>
            <a:ext cx="4279499" cy="419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000" b="1" i="0">
                <a:solidFill>
                  <a:srgbClr val="314359"/>
                </a:solidFill>
                <a:latin typeface="Arial"/>
              </a:rPr>
              <a:t>ROBIT — AGREEMENT BEFORE CAPITAL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000" b="0" i="0">
                <a:solidFill>
                  <a:srgbClr val="0E1620"/>
                </a:solidFill>
                <a:latin typeface="Arial"/>
              </a:rPr>
              <a:t>Built a position (from May 2015): invested in stages in a niche drilling-consumables franchise trading below intrinsic value.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000" b="0" i="0">
                <a:solidFill>
                  <a:srgbClr val="0E1620"/>
                </a:solidFill>
                <a:latin typeface="Arial"/>
              </a:rPr>
              <a:t>Sought engagement (from 2019): pursued a board seat to fix the cost base and capital allocation — a board-level plan.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000" b="0" i="0">
                <a:solidFill>
                  <a:srgbClr val="0E1620"/>
                </a:solidFill>
                <a:latin typeface="Arial"/>
              </a:rPr>
              <a:t>The breaking point: we could not secure board alignment.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000" b="0" i="0">
                <a:solidFill>
                  <a:srgbClr val="0E1620"/>
                </a:solidFill>
                <a:latin typeface="Arial"/>
              </a:rPr>
              <a:t>Walked away: unwound rather than stay without influence — exiting at ~14% IRR (&gt;2× the index). The shares have since roughly halved, so the discipline avoided the loss.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22" y="5149900"/>
            <a:ext cx="8895505" cy="897331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22" y="5149900"/>
            <a:ext cx="51207" cy="897331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807" y="5227929"/>
            <a:ext cx="84858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60" b="1" i="0">
                <a:solidFill>
                  <a:srgbClr val="152130"/>
                </a:solidFill>
                <a:latin typeface="Arial"/>
              </a:rPr>
              <a:t>THE DISCIPLINE IT BUILT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807" y="5520537"/>
            <a:ext cx="8558998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80" b="0" i="0">
                <a:solidFill>
                  <a:srgbClr val="0E1620"/>
                </a:solidFill>
                <a:latin typeface="Arial"/>
              </a:rPr>
              <a:t>Two routes, one rule — act on the facts, not the share price. Robit set the precondition (no board alignment, no capital); DistIT set the exit (when the thesis breaks, sell completely). Selling DistIT too gradually is the origin of our determined-seller framework.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22" y="6300825"/>
            <a:ext cx="8895505" cy="585216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30" y="6300825"/>
            <a:ext cx="8632151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1">
                <a:solidFill>
                  <a:srgbClr val="FFFFFF"/>
                </a:solidFill>
                <a:latin typeface="Arial"/>
              </a:rPr>
              <a:t>Conviction to build, the discipline to exit, and the honesty to systematise our own mistakes — both cases protected capital, and made the risk system better.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