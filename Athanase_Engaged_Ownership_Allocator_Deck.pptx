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16.1%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10.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20-year playbook (Brokk, Creades)</a:t>
            </a:r>
            <a:r>
              <a:rPr sz="760">
                <a:solidFill>
                  <a:srgbClr val="0E1620"/>
                </a:solidFill>
                <a:latin typeface="Arial"/>
              </a:rPr>
              <a:t> — is institutional memory that engineers out permanent loss —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cap drawdowns before they spiral and remove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