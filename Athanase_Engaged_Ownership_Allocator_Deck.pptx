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39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39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39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39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39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39-deal record is the full team since 2006. Earlier, members of the team led these nine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42915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99" y="2292096"/>
            <a:ext cx="168253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1024153" cy="42915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04345" y="2292096"/>
            <a:ext cx="877845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55345" y="2292096"/>
            <a:ext cx="1316768" cy="42915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99" y="2292096"/>
            <a:ext cx="1170461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Invested (SEKm)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114" y="2292096"/>
            <a:ext cx="1243615" cy="42915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268" y="2292096"/>
            <a:ext cx="1097307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Return (SEKm)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15729" y="2292096"/>
            <a:ext cx="841269" cy="42915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883" y="2292096"/>
            <a:ext cx="694961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998" y="2292096"/>
            <a:ext cx="1170461" cy="42915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2" y="2292096"/>
            <a:ext cx="1024153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Gross IRR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27459" y="2292096"/>
            <a:ext cx="1280192" cy="42915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0613" y="2292096"/>
            <a:ext cx="1133884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vs SIX p.a.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46" y="2721254"/>
            <a:ext cx="182884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99" y="2721254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31191" y="2721254"/>
            <a:ext cx="1024153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04345" y="2721254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1999–03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55345" y="2721254"/>
            <a:ext cx="1316768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28499" y="2721254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114" y="2721254"/>
            <a:ext cx="124361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268" y="2721254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15729" y="2721254"/>
            <a:ext cx="841269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883" y="2721254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6998" y="2721254"/>
            <a:ext cx="1170461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30152" y="2721254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18.5%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27459" y="2721254"/>
            <a:ext cx="1280192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00613" y="2721254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+17.0%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46" y="3043123"/>
            <a:ext cx="182884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99" y="3043123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1191" y="3043123"/>
            <a:ext cx="1024153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345" y="3043123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1996–98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55345" y="3043123"/>
            <a:ext cx="1316768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28499" y="3043123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1,784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114" y="3043123"/>
            <a:ext cx="124361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45268" y="3043123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2,831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15729" y="3043123"/>
            <a:ext cx="841269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88883" y="3043123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56998" y="3043123"/>
            <a:ext cx="1170461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30152" y="3043123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26.0%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27459" y="3043123"/>
            <a:ext cx="1280192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00613" y="3043123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2346" y="3364992"/>
            <a:ext cx="182884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99" y="3364992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31191" y="3364992"/>
            <a:ext cx="1024153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04345" y="3364992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1997–01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55345" y="3364992"/>
            <a:ext cx="1316768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28499" y="3364992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114" y="3364992"/>
            <a:ext cx="124361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45268" y="3364992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1,174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15729" y="3364992"/>
            <a:ext cx="841269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88883" y="3364992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56998" y="3364992"/>
            <a:ext cx="1170461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0152" y="3364992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27459" y="3364992"/>
            <a:ext cx="1280192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00613" y="3364992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+1.2%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2346" y="3686860"/>
            <a:ext cx="182884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99" y="3686860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31191" y="3686860"/>
            <a:ext cx="1024153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04345" y="3686860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1997–99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55345" y="3686860"/>
            <a:ext cx="1316768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28499" y="3686860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706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114" y="3686860"/>
            <a:ext cx="124361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45268" y="3686860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1,578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15729" y="3686860"/>
            <a:ext cx="841269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888883" y="3686860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56998" y="3686860"/>
            <a:ext cx="1170461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30152" y="3686860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66.8%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27459" y="3686860"/>
            <a:ext cx="1280192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900613" y="3686860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+41.5%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2346" y="4008729"/>
            <a:ext cx="182884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5499" y="4008729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231191" y="4008729"/>
            <a:ext cx="1024153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304345" y="4008729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1996–01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55345" y="4008729"/>
            <a:ext cx="1316768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99" y="4008729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1,619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114" y="4008729"/>
            <a:ext cx="124361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45268" y="4008729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3,221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815729" y="4008729"/>
            <a:ext cx="841269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88883" y="4008729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56998" y="4008729"/>
            <a:ext cx="1170461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30152" y="4008729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15.9%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27459" y="4008729"/>
            <a:ext cx="1280192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00613" y="4008729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−27.0%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02346" y="4330598"/>
            <a:ext cx="182884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99" y="4330598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231191" y="4330598"/>
            <a:ext cx="1024153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04345" y="4330598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1998–03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55345" y="4330598"/>
            <a:ext cx="1316768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28499" y="4330598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575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114" y="4330598"/>
            <a:ext cx="124361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645268" y="4330598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2,407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815729" y="4330598"/>
            <a:ext cx="841269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888883" y="4330598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4.2×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656998" y="4330598"/>
            <a:ext cx="1170461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730152" y="4330598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119.2%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27459" y="4330598"/>
            <a:ext cx="1280192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00613" y="4330598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+118.1%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02346" y="4652467"/>
            <a:ext cx="182884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5499" y="4652467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31191" y="4652467"/>
            <a:ext cx="1024153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304345" y="4652467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1996–01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255345" y="4652467"/>
            <a:ext cx="1316768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28499" y="4652467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998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572114" y="4652467"/>
            <a:ext cx="124361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645268" y="4652467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1,577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15729" y="4652467"/>
            <a:ext cx="841269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888883" y="4652467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1.6×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656998" y="4652467"/>
            <a:ext cx="1170461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730152" y="4652467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10.4%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827459" y="4652467"/>
            <a:ext cx="1280192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900613" y="4652467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−6.0%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02346" y="4974336"/>
            <a:ext cx="182884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5499" y="4974336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31191" y="4974336"/>
            <a:ext cx="1024153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304345" y="4974336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1999–04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255345" y="4974336"/>
            <a:ext cx="1316768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328499" y="4974336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572114" y="4974336"/>
            <a:ext cx="1243615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645268" y="4974336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815729" y="4974336"/>
            <a:ext cx="841269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888883" y="4974336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0.9×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656998" y="4974336"/>
            <a:ext cx="1170461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730152" y="4974336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−2.3%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827459" y="4974336"/>
            <a:ext cx="1280192" cy="3218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900613" y="4974336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−6.8%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02346" y="5296204"/>
            <a:ext cx="182884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75499" y="5296204"/>
            <a:ext cx="1682538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231191" y="5296204"/>
            <a:ext cx="1024153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304345" y="5296204"/>
            <a:ext cx="877845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2001–03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55345" y="5296204"/>
            <a:ext cx="1316768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328499" y="5296204"/>
            <a:ext cx="11704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572114" y="5296204"/>
            <a:ext cx="1243615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645268" y="5296204"/>
            <a:ext cx="1097307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193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815729" y="5296204"/>
            <a:ext cx="841269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88883" y="5296204"/>
            <a:ext cx="694961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0.9×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656998" y="5296204"/>
            <a:ext cx="1170461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730152" y="5296204"/>
            <a:ext cx="1024153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−22.4%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827459" y="5296204"/>
            <a:ext cx="1280192" cy="3218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900613" y="5296204"/>
            <a:ext cx="1133884" cy="3218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−15.1%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02346" y="5618073"/>
            <a:ext cx="1828845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75499" y="5618073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Total / weighted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231191" y="5618073"/>
            <a:ext cx="1024153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304345" y="5618073"/>
            <a:ext cx="877845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3255345" y="5618073"/>
            <a:ext cx="1316768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328499" y="5618073"/>
            <a:ext cx="117046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7,083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572114" y="5618073"/>
            <a:ext cx="1243615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645268" y="5618073"/>
            <a:ext cx="1097307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13,684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815729" y="5618073"/>
            <a:ext cx="84126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88883" y="5618073"/>
            <a:ext cx="69496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1.9×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656998" y="5618073"/>
            <a:ext cx="1170461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30152" y="5618073"/>
            <a:ext cx="1024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22.0%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27459" y="5618073"/>
            <a:ext cx="1280192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900613" y="5618073"/>
            <a:ext cx="11338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+9.9%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02346" y="6164275"/>
            <a:ext cx="899792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outperformance is annualised versus the SIX Return Index.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