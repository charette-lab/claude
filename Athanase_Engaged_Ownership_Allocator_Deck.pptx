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726387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116531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   </a:t>
            </a:r>
            <a:r>
              <a:rPr sz="919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   </a:t>
            </a:r>
            <a:r>
              <a:rPr sz="919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3   </a:t>
            </a:r>
            <a:r>
              <a:rPr sz="919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4   </a:t>
            </a:r>
            <a:r>
              <a:rPr sz="919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5   </a:t>
            </a:r>
            <a:r>
              <a:rPr sz="919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6   </a:t>
            </a:r>
            <a:r>
              <a:rPr sz="919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7   </a:t>
            </a:r>
            <a:r>
              <a:rPr sz="919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8   </a:t>
            </a:r>
            <a:r>
              <a:rPr sz="919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726387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116531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2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68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68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68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68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52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680">
                <a:solidFill>
                  <a:srgbClr val="314359"/>
                </a:solidFill>
                <a:latin typeface="Arial"/>
              </a:rPr>
              <a:t>The ownership playbook, honed over 40 investments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72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68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52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68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52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68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52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68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52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68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52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72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680">
                <a:solidFill>
                  <a:srgbClr val="314359"/>
                </a:solidFill>
                <a:latin typeface="Arial"/>
              </a:rPr>
              <a:t>Sourcing &amp; screening: from ~7,200 names to a shortlist</a:t>
            </a:r>
            <a:r>
              <a:rPr sz="52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68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68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72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68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68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68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52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68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52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72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68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52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68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52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68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52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68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68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68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72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68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52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68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52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68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52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68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52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72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68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52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68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52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68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52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68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52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68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52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68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100000"/>
              </a:lnSpc>
              <a:spcAft>
                <a:spcPts val="70"/>
              </a:spcAft>
            </a:pPr>
            <a:r>
              <a:rPr sz="68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68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8142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40+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16.1%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6.1%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40+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Ex-CEO/CIO of Brokk; Lehman Brothers,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thesis review and exit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40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40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(ILLUSTRATIVE, INDEXED)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We remove the drag and refocus capital on the core — positive selection on a concealed asset, not negative selection on a lemon.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(rerating cycle)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Value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3.1 Sourcing &amp; screening: from ~7,200 names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the whole European listed market to a handful of candidates — before a single krona is committed.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listed companies in selected European markets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2,500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sectors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is the catalyst.</a:t>
            </a:r>
            <a:r>
              <a:rPr sz="1160">
                <a:solidFill>
                  <a:srgbClr val="0E1620"/>
                </a:solidFill>
                <a:latin typeface="Arial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forces repricing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36 of 39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5084191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142714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059344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117867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120075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178598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22 deals   ·   weighted MOIC 2.7x   ·   average IRR 68%   ·   index outperformance +25 pts (invested-weighted)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19.5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+16.1%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39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(36 of 39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10 of 39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9.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6.1%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445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5%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 — every allocation improves the portfolio, so the case is to size up within prudent 3–8% limits, not to chase the mathematical optimum.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 / ACTIVISM (PART 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72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72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72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72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72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72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(19.51 yrs, excluding the 2014–15 setup gap): 16.1%.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data;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