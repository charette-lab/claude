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“Cheap” index exposure is not cheap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3 “Cheap” index exposure is not cheap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headline expense ratio is the smallest part of the cost — and you pay full price to own concentration and rich valuations.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COSTS YOU DON’T SEE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Bid-ask spreads and market impact on every trade — and on every index rebalance.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Index reconstitution forces buying additions high and selling deletions low, in size, on known dates.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Premium/discount to NAV, securities-lending give-up and tax drag all sit on top of the headline fee.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COST THAT MATTERS MOST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3–9 bp fee looks cheap — but it buys the most expensive companies at peak weights, with no valuation discipline.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No one is improving the underlying businesses; you simply own crowded beta at full price.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“Cheap” fees on an expensive, concentrated portfolio are a false economy — the price you pay is the risk you take.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default “safe and cheap” choice now embeds maximum valuation and concentration risk — precisely why a valuation-disciplined, idiosyncratic return engine earns its place.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629122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Large S&amp;P 500 ETF expense ratios are ~3–9 bps; total cost of ownership is higher once spreads, market impact, rebalancing and tax are included.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