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9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10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11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12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13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14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beta is priced for perfection and the macro tailwind has reversed, index returns are set to be lower and riskier — the moment idiosyncratic, valuation-disciplined returns matter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but the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But stock-picking still mostly buys beta with tracking error and fees. The durable edge is active ownership —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thesis review and exit — so no position can spiral on portfolio-manager emotion.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12.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cap drawdowns before they spiral and remove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22" y="417454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 (PART 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22" y="4437888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