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26387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116531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26387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116531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2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8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8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8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8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52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80">
                <a:solidFill>
                  <a:srgbClr val="314359"/>
                </a:solidFill>
                <a:latin typeface="Arial"/>
              </a:rPr>
              <a:t>The ownership playbook, honed over 40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72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8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8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8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52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8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52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8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52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72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8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8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8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8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72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8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8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8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8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52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72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8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8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52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8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52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8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8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8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72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8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8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52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8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8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72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8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52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8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8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8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8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8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8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16.1%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6.1%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Ex-CEO/CIO of Brokk; Lehman Brothers,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40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40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19.5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9.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 — every allocation improves the portfolio, so the case is to size up within prudent 3–8% limits, not to chase the mathematical optimum.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(19.51 yrs, excluding the 2014–15 setup gap): 16.1%.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data;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