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Walking away is a mechanic, not a mood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3.10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3.7 Walking away is a mechanic, not a mood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Emotional detachment from a researched deal is hard — so we don’t rely on it. Four hardwired controls take portfolio-manager emotion out of the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toehold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Position size is capped at a minimal toehold until the board seat is secured and minuted; if the board obstructs, the toehold is liquidated. “Agreement before capital” is a sizing limit, not a promise.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psychometric tollgate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At Tollgate 2 a behavioural read of the CEO and chair is exclusionary: a high-conflict, entrenched-obstructer profile is an automatic No-Go, as rigid as our ≤20% drawdown-probability limit. The one override — undisputed shareholder support for change (as at Haldex: with major institutions we replaced the whole board, took the chair and changed the CEO).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No research is ever sunk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run no per-deal diligence P&amp;L. Research is the continuous cost of covering our industries and ~20,000 scored companies — reusable on the same name at a new price, or across its competitors. Passing is the funnel working, not a loss.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walk-away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 documented record of situations we declined when alignment couldn’t be secured. Robit is a clear case: we held a position, couldn’t negotiate a board seat, and sold our shares — discipline over sunk cost.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291072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291072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Walking away isn’t willpower — it’s a sizing limit, a hard tollgate, a research model with no sunk cost, and a documented record. The emotion is engineered out.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3.10 How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8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8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