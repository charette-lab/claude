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64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64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64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64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64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away. That is cheaper than being wrong: no capital committed, no reputational toll, no protracted defense.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14.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