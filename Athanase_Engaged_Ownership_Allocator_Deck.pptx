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“Cheap” index exposure is not cheap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9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10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11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12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Price-insensitive index buying has inflated the largest stocks — and the same mechanics can force selling on the way down. The research is now substantial.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THE RESEARCH SHOWS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Markets are inelastic: a $1 flow into equities can move aggregate value by ~$5 — flows, not fundamentals, set much of the level (Gabaix &amp; Koijen, 2021).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ETF ownership raises the volatility of the underlying stocks and spreads non-fundamental shocks (Ben-David, Franzoni &amp; Moussawi, 2018).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Index inclusion lifts a stock’s price and its comovement with the index — detaching it from fundamentals (Wurgler, 2011).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Passive ownership is roughly double the reported figure — a large, price-insensitive base (Chinco &amp; Sammon, 2024).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WHY IT CAN REVERSE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Index funds buy in proportion to weight, regardless of price — so years of inflows bid up the largest, most-weighted names the most.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multiplier runs in reverse: slowing or reversing flows force mechanical selling by the funds that must track the index.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With few price-sensitive buyers left to absorb it, the concentration that amplified the rise can amplify the fall.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crowded mega-caps are the most exposed — the more the index owns them, the more must be sold.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629122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 and working-paper research; full citations in references. Findings summarised — magnitudes vary by study and period.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4 “Cheap” index exposure is not cheap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headline expense ratio is the smallest part of the cost — and you pay full price to own concentration and rich valuations.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COSTS YOU DON’T SEE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Bid-ask spreads and market impact on every trade — and on every index rebalance.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Index reconstitution forces buying additions high and selling deletions low, in size, on known dates.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Premium/discount to NAV, securities-lending give-up and tax drag all sit on top of the headline fee.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COST THAT MATTERS MOST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3–9 bp fee looks cheap — but it buys the most expensive companies at peak weights, with no valuation discipline.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No one is improving the underlying businesses; you simply own crowded beta at full price.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“Cheap” fees on an expensive, concentrated portfolio are a false economy — the price you pay is the risk you take.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default “safe and cheap” choice now embeds maximum valuation and concentration risk — precisely why a valuation-disciplined, idiosyncratic return engine earns its place.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629122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Large S&amp;P 500 ETF expense ratios are ~3–9 bps; total cost of ownership is higher once spreads, market impact, rebalancing and tax are included.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11.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22" y="417454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 (PART 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22" y="45061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72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72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72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72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72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72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72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72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