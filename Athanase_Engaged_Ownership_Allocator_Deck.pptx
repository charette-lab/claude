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39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39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39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39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39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39-deal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9 deals   ·   weighted MOIC 1.9x   ·   gross IRR 22%   ·   +9.9% p.a. vs the SIX index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7.1bn invested → SEK 13.7bn returned.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11.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(39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