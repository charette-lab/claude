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beta is priced for perfection and the macro tailwind has reversed, index returns are set to be lower and riskier — the moment idiosyncratic, valuation-disciplined returns matter most.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but the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But stock-picking still mostly buys beta with tracking error and fees. The durable edge is active ownership —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away. That is cheaper than being wrong: no capital committed, no reputational toll, no protracted defense.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