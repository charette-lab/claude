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64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64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after deselecting whole geographies and industries — we narrow to ~20,000 companies for deeper work: our own moat scores paired with our CEO evaluation, a quantified first read on durability and the people running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