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real money, paid every turn.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Accumulating a control block can move an illiquid small/mid-cap ~3–8% against you on entry and suppress it on exit; round-trip spreads add ~20–50 bps, and front-end 13D, legal and advisory underwriting runs to six figures per campaign — re-paid every turn by a high-cadence book, amortised over years by 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715609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Frictional ranges are illustrative of small/mid-cap block accumulation; they vary with liquidity and stake size.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