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11603"/>
            <a:ext cx="4279499" cy="5559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11603"/>
            <a:ext cx="4279499" cy="5559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72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72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72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72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72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1.6   </a:t>
            </a:r>
            <a:r>
              <a:rPr sz="72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72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72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72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72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72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3   Risk, honestly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72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72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72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72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4   The 20-year track record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72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72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72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72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72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72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5   What it means for your portfolio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72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72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72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72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6   Versus private equity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72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72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72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72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72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6.6   </a:t>
            </a:r>
            <a:r>
              <a:rPr sz="72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6.7   </a:t>
            </a:r>
            <a:r>
              <a:rPr sz="72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