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64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64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64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64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 / −20 / −30% triggers force a thesis review and exit — bias removed.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thesis review and exit — so no position can spiral on portfolio-manager emotion.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buys the control to compound earnings — and protects the edge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buys control, not a re-rating.</a:t>
            </a:r>
            <a:r>
              <a:rPr sz="1160">
                <a:solidFill>
                  <a:srgbClr val="0E1620"/>
                </a:solidFill>
                <a:latin typeface="Arial"/>
              </a:rPr>
              <a:t>  Public engagement is how we win board seats and the mandate to act — the return then comes from compounding earnings and rising ROIC under that control, never from persuading the market to pay a higher multiple.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14.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