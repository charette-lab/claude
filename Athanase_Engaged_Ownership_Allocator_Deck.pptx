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Secured as a precondition — often the nomination committee itself proposes the director. Granting board seats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