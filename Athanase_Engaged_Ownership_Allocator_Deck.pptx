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commoditizes analytical alpha — not engaged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AI lets every firm run the same financial analysis instantly, the alpha in screenable, well-covered equities is competed away and the “easy” names are bid up. The durable edge shifts from discovering value to creating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AI COMMODITIZES — DISCOVERED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same analysis, instantly — every manager ingests the same filings and data and runs the same models; the analytical edge long-only alpha rests on erodes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“easy” stuff gets bid up — screenable large- and mega-caps are arbitraged fastest, compressing margins of safety and deepening the index concentration you already carry.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Your current equity alpha is exposed — much of what active global-equity managers charge for is precisely this analytical edge.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IT CANNOT — CREATED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Returns we create, not discover — ours come from board control, capital-allocation change and operational improvement, not a mispricing a model can replicate.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 can’t download a board seat — a multi-year, relationship- and execution-dependent turnaround is the opposite of a commoditizable screen.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inefficiency persists where analysis can’t reach — under-covered mid-caps that need governance and operating change, not a faster spreadsheet: our lane.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95505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632151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created — engaged-ownership — alpha becomes scarcer and more valuable. The edge AI cannot copy is the one to add now.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Waiting is the riskier decision — and it never gets underwritten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Allocating carries a small, bounded, pre-agreed risk. Not allocating carries an open-ended one — concentration you already own, the compounding you forgo, and capacity you cannot get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ALLOCATING — BOUNDED &amp; REVERSIBLE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Sized for immunity — a 1–3% sleeve, so no single mark can move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Pre-underwritten — a ~50% drawdown tolerance signed by the IC: a bad quarter is planned, not a surprise.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Reversible — daily marks and liquidity, exit at will, zero capital-call lock.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Entry timing is a non-risk — the worst entry month in 20 years still compounded at +7% 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WAITING — OPEN-ENDED &amp; UN-MINUTED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Concentration you already own — your equity book is a crowded mega-cap factor bet at record valuations; a genuine 0.44-correlation diversifier is what cushions it when the index falls.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PE denominator trap — in a downturn your illiquid sleeve breaches limits and forces selling good assets at the bottom, with nothing liquid to absorb it.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Alpha decay — AI is commoditizing the analytical edge your active equity managers sell (prior page); engaged ownership is the edge it cannot copy.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Compounding foregone — at a delivered ~16% net, €100m deferred 12 months reaches the same horizon ~€61m smaller; that gap never returns.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Capacity forfeited — only ~one deal a year, and co-investment is pro-rata to commitment: those in early set their share, latecomers take what is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715609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Delay illustration: €100m at ~16% net — nine vs ten years of compounding to a common horizon; illustrative only, past returns not indicative.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5930188"/>
            <a:ext cx="8895505" cy="8778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5930188"/>
            <a:ext cx="8632151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Deferring €100m by 12 months reaches the same horizon ~€61m smaller (≈14% less) — timing, not markets.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Two years on, the harder board question isn’t a planned 2% drawdown — it’s why you passed on the only genuine diversifier you were shown. Doing nothing is also a decision; it just never gets minuted.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