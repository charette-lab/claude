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4   </a:t>
            </a:r>
            <a:r>
              <a:rPr sz="919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5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6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7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8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40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16.1%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6.1%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40+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Ex-CEO/CIO of Brokk; Lehman Brothers,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40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40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thesis review and exit — removing PM emotion before a position spirals.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19.5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9.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thesis review and exit.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16.1%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(39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(19.51 yrs, excluding the 2014–15 setup gap): 16.1%.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data;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