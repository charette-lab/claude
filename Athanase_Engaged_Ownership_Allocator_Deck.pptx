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21 deals   ·   weighted MOIC 2.7x   ·   average IRR 68%   ·   index outperformance +25 pts (invested-weighted)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10 deals   ·   weighted MOIC 2.0x   ·   gross IRR 22%   ·   +9.9% p.a. vs the SIX index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11.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