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keep a documented record of deep-diligence situations we declined when alignment couldn’t be secured — available in diligence; proof the sunk-cost fallacy is defeated, and often a source of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