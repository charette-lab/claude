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523871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62794" y="2292096"/>
            <a:ext cx="1327742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52387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85%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794" y="2292096"/>
            <a:ext cx="132774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15%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15%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85% is allocated by strict formula to prevent LP infighting; the GP retains discretion over the remaining 15% — to reward partners who add real value, such as critical diligence intelligence, and keep some strategic flexibility.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