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64615E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90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64615E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80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6F8990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64615E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>
                  <a:solidFill>
                    <a:srgbClr val="3C3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C3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C3937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F8990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56A83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53492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1.1   </a:t>
            </a:r>
            <a:r>
              <a:rPr sz="115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1.2   </a:t>
            </a:r>
            <a:r>
              <a:rPr sz="115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1.3   </a:t>
            </a:r>
            <a:r>
              <a:rPr sz="115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1.4   </a:t>
            </a:r>
            <a:r>
              <a:rPr sz="115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1.5   </a:t>
            </a:r>
            <a:r>
              <a:rPr sz="115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556A83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53492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   </a:t>
            </a:r>
            <a:r>
              <a:rPr sz="115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2.2   </a:t>
            </a:r>
            <a:r>
              <a:rPr sz="115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2.3   </a:t>
            </a:r>
            <a:r>
              <a:rPr sz="115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950" i="1">
                <a:solidFill>
                  <a:srgbClr val="64615E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2.4   </a:t>
            </a:r>
            <a:r>
              <a:rPr sz="115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950" i="1">
                <a:solidFill>
                  <a:srgbClr val="64615E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2.5   </a:t>
            </a:r>
            <a:r>
              <a:rPr sz="115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950" i="1">
                <a:solidFill>
                  <a:srgbClr val="64615E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2.6   </a:t>
            </a:r>
            <a:r>
              <a:rPr sz="115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950" i="1">
                <a:solidFill>
                  <a:srgbClr val="64615E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2.7   </a:t>
            </a:r>
            <a:r>
              <a:rPr sz="115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2.8   </a:t>
            </a:r>
            <a:r>
              <a:rPr sz="115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2.9   </a:t>
            </a:r>
            <a:r>
              <a:rPr sz="115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950" i="1">
                <a:solidFill>
                  <a:srgbClr val="64615E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2.10   </a:t>
            </a:r>
            <a:r>
              <a:rPr sz="115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950" i="1">
                <a:solidFill>
                  <a:srgbClr val="64615E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2.11   </a:t>
            </a:r>
            <a:r>
              <a:rPr sz="115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950" i="1">
                <a:solidFill>
                  <a:srgbClr val="64615E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2.12   </a:t>
            </a:r>
            <a:r>
              <a:rPr sz="115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950" i="1">
                <a:solidFill>
                  <a:srgbClr val="64615E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2.13   </a:t>
            </a:r>
            <a:r>
              <a:rPr sz="115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950" i="1">
                <a:solidFill>
                  <a:srgbClr val="64615E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2.14   </a:t>
            </a:r>
            <a:r>
              <a:rPr sz="115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2.15   </a:t>
            </a:r>
            <a:r>
              <a:rPr sz="115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2.16   </a:t>
            </a:r>
            <a:r>
              <a:rPr sz="115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150" b="1">
                <a:solidFill>
                  <a:srgbClr val="556A83"/>
                </a:solidFill>
                <a:latin typeface="Arial"/>
              </a:rPr>
              <a:t>2.17   </a:t>
            </a:r>
            <a:r>
              <a:rPr sz="115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F8990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550">
                <a:solidFill>
                  <a:srgbClr val="3C3937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550">
                <a:solidFill>
                  <a:srgbClr val="3C3937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550">
                <a:solidFill>
                  <a:srgbClr val="3C3937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550">
                <a:solidFill>
                  <a:srgbClr val="3C3937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550">
                <a:solidFill>
                  <a:srgbClr val="3C3937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650">
                <a:solidFill>
                  <a:srgbClr val="3C3937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650">
                <a:solidFill>
                  <a:srgbClr val="3C3937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650">
                <a:solidFill>
                  <a:srgbClr val="3C3937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650">
                <a:solidFill>
                  <a:srgbClr val="3C3937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650">
                <a:solidFill>
                  <a:srgbClr val="3C3937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650">
                <a:solidFill>
                  <a:srgbClr val="3C3937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650">
                <a:solidFill>
                  <a:srgbClr val="3C3937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650">
                <a:solidFill>
                  <a:srgbClr val="3C3937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650">
                <a:solidFill>
                  <a:srgbClr val="3C3937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650">
                <a:solidFill>
                  <a:srgbClr val="3C3937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650">
                <a:solidFill>
                  <a:srgbClr val="3C3937"/>
                </a:solidFill>
                <a:latin typeface="Arial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556A83"/>
                </a:solidFill>
                <a:latin typeface="Arial"/>
              </a:rPr>
              <a:t>›  </a:t>
            </a:r>
            <a:r>
              <a:rPr sz="165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650">
                <a:solidFill>
                  <a:srgbClr val="3C3937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550">
                <a:solidFill>
                  <a:srgbClr val="3C3937"/>
                </a:solidFill>
                <a:latin typeface="Arial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550">
                <a:solidFill>
                  <a:srgbClr val="3C3937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550">
                <a:solidFill>
                  <a:srgbClr val="3C3937"/>
                </a:solidFill>
                <a:latin typeface="Arial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550">
                <a:solidFill>
                  <a:srgbClr val="3C3937"/>
                </a:solidFill>
                <a:latin typeface="Arial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56A83"/>
                </a:solidFill>
                <a:latin typeface="Arial"/>
              </a:rPr>
              <a:t>›  </a:t>
            </a:r>
            <a:r>
              <a:rPr sz="155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550">
                <a:solidFill>
                  <a:srgbClr val="3C3937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556A83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F8990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56A83"/>
                </a:solidFill>
                <a:latin typeface="Arial"/>
              </a:rPr>
              <a:t>›  </a:t>
            </a:r>
            <a:r>
              <a:rPr sz="15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500">
                <a:solidFill>
                  <a:srgbClr val="3C3937"/>
                </a:solidFill>
                <a:latin typeface="Arial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56A83"/>
                </a:solidFill>
                <a:latin typeface="Arial"/>
              </a:rPr>
              <a:t>›  </a:t>
            </a:r>
            <a:r>
              <a:rPr sz="15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500">
                <a:solidFill>
                  <a:srgbClr val="3C3937"/>
                </a:solidFill>
                <a:latin typeface="Arial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56A83"/>
                </a:solidFill>
                <a:latin typeface="Arial"/>
              </a:rPr>
              <a:t>›  </a:t>
            </a:r>
            <a:r>
              <a:rPr sz="15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500">
                <a:solidFill>
                  <a:srgbClr val="3C3937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958E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532888"/>
            <a:ext cx="9052560" cy="20320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380744" y="2468880"/>
            <a:ext cx="164592" cy="164592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56A83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4398264" y="2468880"/>
            <a:ext cx="164592" cy="164592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56A83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7415784" y="2468880"/>
            <a:ext cx="164592" cy="164592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56A83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14884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10433304" y="2468880"/>
            <a:ext cx="164592" cy="164592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267919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56A83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91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450">
                <a:solidFill>
                  <a:srgbClr val="3C3937"/>
                </a:solidFill>
                <a:latin typeface="Arial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450">
                <a:solidFill>
                  <a:srgbClr val="3C3937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450">
                <a:solidFill>
                  <a:srgbClr val="3C3937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450">
                <a:solidFill>
                  <a:srgbClr val="3C3937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450">
                <a:solidFill>
                  <a:srgbClr val="3C3937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76072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350">
                <a:solidFill>
                  <a:srgbClr val="3C3937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350">
                <a:solidFill>
                  <a:srgbClr val="3C3937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350">
                <a:solidFill>
                  <a:srgbClr val="3C3937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350">
                <a:solidFill>
                  <a:srgbClr val="3C3937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537960" y="2331720"/>
          <a:ext cx="52120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37960" y="56692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958E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350">
                <a:solidFill>
                  <a:srgbClr val="3C3937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350">
                <a:solidFill>
                  <a:srgbClr val="3C3937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350">
                <a:solidFill>
                  <a:srgbClr val="3C3937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350">
                <a:solidFill>
                  <a:srgbClr val="3C3937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556A83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3474720"/>
            <a:ext cx="1463040" cy="15544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145536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C3937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92640" y="2852928"/>
            <a:ext cx="1463040" cy="2176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523744"/>
            <a:ext cx="1463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512064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3C3937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3474720"/>
            <a:ext cx="3108960" cy="15240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927080" y="2852928"/>
            <a:ext cx="25400" cy="621792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88950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84A4A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56A83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48840"/>
            <a:ext cx="21488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148840"/>
            <a:ext cx="1965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148840"/>
            <a:ext cx="4434840" cy="38404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2148840"/>
            <a:ext cx="4251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2148840"/>
            <a:ext cx="4526280" cy="38404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96328" y="214884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32888"/>
            <a:ext cx="2148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5328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556A83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2532888"/>
            <a:ext cx="4434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1488" y="2532888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C3937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532888"/>
            <a:ext cx="452628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53288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09544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20954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556A83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3209544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61488" y="3209544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C3937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209544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6328" y="320954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86200"/>
            <a:ext cx="2148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88620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556A83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51760" y="3886200"/>
            <a:ext cx="4434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1488" y="3886200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C3937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886200"/>
            <a:ext cx="452628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96328" y="388620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62856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56285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556A83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51760" y="4562856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61488" y="4562856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C3937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562856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96328" y="456285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39512"/>
            <a:ext cx="2148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23951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556A83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5239512"/>
            <a:ext cx="443484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61488" y="5239512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C3937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5239512"/>
            <a:ext cx="4526280" cy="67665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96328" y="523951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044184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56A83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556A83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450">
                <a:solidFill>
                  <a:srgbClr val="3C3937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450">
                <a:solidFill>
                  <a:srgbClr val="3C3937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450">
                <a:solidFill>
                  <a:srgbClr val="3C3937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450">
                <a:solidFill>
                  <a:srgbClr val="3C3937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556A83"/>
                </a:solidFill>
                <a:latin typeface="Arial"/>
              </a:rPr>
              <a:t>›  </a:t>
            </a:r>
            <a:r>
              <a:rPr sz="145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450">
                <a:solidFill>
                  <a:srgbClr val="3C3937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350">
                <a:solidFill>
                  <a:srgbClr val="3C3937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350">
                <a:solidFill>
                  <a:srgbClr val="3C3937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556A83"/>
                </a:solidFill>
                <a:latin typeface="Arial"/>
              </a:rPr>
              <a:t>›  </a:t>
            </a:r>
            <a:r>
              <a:rPr sz="135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350">
                <a:solidFill>
                  <a:srgbClr val="3C3937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958E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64615E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56A83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C3937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3017520" cy="19385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14884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148840"/>
            <a:ext cx="1828800" cy="19385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647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2148840"/>
            <a:ext cx="1554480" cy="19385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148840"/>
            <a:ext cx="1554480" cy="19385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9752" y="214884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148840"/>
            <a:ext cx="1828800" cy="19385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214884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342692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234269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342692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7647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32120" y="2342692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0527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342692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9752" y="234269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2342692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32" y="234269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253654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" y="253654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7647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3212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0527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253654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59752" y="253654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253654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14232" y="253654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2730396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" y="273039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2730396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7647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32120" y="2730396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0527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86600" y="2730396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9752" y="273039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41080" y="2730396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14232" y="273039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292424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8952" y="292424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77647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3212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0527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292424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59752" y="292424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292424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14232" y="292424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" y="3118100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58952" y="311810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3118100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7647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32120" y="3118100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0527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86600" y="3118100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59752" y="311810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3118100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14232" y="311810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85800" y="331195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952" y="331195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77647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0527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86600" y="331195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59752" y="331195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641080" y="331195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14232" y="331195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5800" y="3505804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2" y="350580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3505804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77647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32120" y="3505804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0527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86600" y="3505804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9752" y="350580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641080" y="3505804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714232" y="350580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5800" y="3699656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58952" y="369965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7647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53212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0527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86600" y="3699656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59752" y="369965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641080" y="3699656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714232" y="369965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5800" y="3893508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58952" y="389350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3893508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7647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532120" y="3893508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0527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86600" y="3893508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159752" y="389350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641080" y="3893508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714232" y="389350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85800" y="4087360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8952" y="408736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77647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53212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0527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086600" y="4087360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159752" y="408736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641080" y="4087360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714232" y="408736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85800" y="4281212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58952" y="428121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4281212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77647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532120" y="4281212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60527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86600" y="4281212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59752" y="428121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641080" y="4281212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714232" y="428121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" y="4475064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58952" y="447506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70332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77647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53212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60527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086600" y="4475064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159752" y="447506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641080" y="4475064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14232" y="447506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85800" y="4668916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58952" y="4668916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703320" y="4668916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77647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532120" y="4668916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60527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6600" y="4668916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159752" y="4668916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8641080" y="4668916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714232" y="4668916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85800" y="4862768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58952" y="4862768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70332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77647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53212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60527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086600" y="4862768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159752" y="4862768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641080" y="4862768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714232" y="4862768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85800" y="5056620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58952" y="5056620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703320" y="5056620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647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532120" y="5056620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60527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7086600" y="5056620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7159752" y="5056620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641080" y="5056620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8714232" y="5056620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85800" y="5250472"/>
            <a:ext cx="301752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58952" y="5250472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70332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77647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53212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60527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086600" y="5250472"/>
            <a:ext cx="155448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159752" y="5250472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641080" y="5250472"/>
            <a:ext cx="1828800" cy="1938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714232" y="5250472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85800" y="5444324"/>
            <a:ext cx="301752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58952" y="5444324"/>
            <a:ext cx="290779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703320" y="5444324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77647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532120" y="5444324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0527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7086600" y="5444324"/>
            <a:ext cx="155448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159752" y="5444324"/>
            <a:ext cx="144475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8641080" y="5444324"/>
            <a:ext cx="1828800" cy="1938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8714232" y="5444324"/>
            <a:ext cx="1719072" cy="193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85800" y="5729616"/>
            <a:ext cx="9784080" cy="31089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22960" y="572961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85800" y="6113664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246888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F8990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C3937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64615E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556A83"/>
                </a:solidFill>
                <a:latin typeface="Arial"/>
              </a:rPr>
              <a:t>›  </a:t>
            </a:r>
            <a:r>
              <a:rPr sz="140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400">
                <a:solidFill>
                  <a:srgbClr val="3C3937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556A83"/>
                </a:solidFill>
                <a:latin typeface="Arial"/>
              </a:rPr>
              <a:t>›  </a:t>
            </a:r>
            <a:r>
              <a:rPr sz="140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400">
                <a:solidFill>
                  <a:srgbClr val="3C3937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556A83"/>
                </a:solidFill>
                <a:latin typeface="Arial"/>
              </a:rPr>
              <a:t>›  </a:t>
            </a:r>
            <a:r>
              <a:rPr sz="140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400">
                <a:solidFill>
                  <a:srgbClr val="3C3937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56A83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64615E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556A83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C3937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314359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958E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556A83"/>
                </a:solidFill>
                <a:latin typeface="Arial"/>
              </a:rPr>
              <a:t>›  </a:t>
            </a:r>
            <a:r>
              <a:rPr sz="160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600">
                <a:solidFill>
                  <a:srgbClr val="3C3937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556A83"/>
                </a:solidFill>
                <a:latin typeface="Arial"/>
              </a:rPr>
              <a:t>›  </a:t>
            </a:r>
            <a:r>
              <a:rPr sz="160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600">
                <a:solidFill>
                  <a:srgbClr val="3C3937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556A83"/>
                </a:solidFill>
                <a:latin typeface="Arial"/>
              </a:rPr>
              <a:t>›  </a:t>
            </a:r>
            <a:r>
              <a:rPr sz="160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600">
                <a:solidFill>
                  <a:srgbClr val="3C3937"/>
                </a:solidFill>
                <a:latin typeface="Arial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556A83"/>
                </a:solidFill>
                <a:latin typeface="Arial"/>
              </a:rPr>
              <a:t>›  </a:t>
            </a:r>
            <a:r>
              <a:rPr sz="160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600">
                <a:solidFill>
                  <a:srgbClr val="3C3937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F8990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6F8990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