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2.29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2.30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2.31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16%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return since 2006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annualised NET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fees, since 2006.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*Net monthly returns over 19.5 invested years (Öresund/Creades Jan 2006–Jun 2014; AIPFII from 23 Feb 2015). Annualised on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2.29 Same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2.30 PE’s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2.31 When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