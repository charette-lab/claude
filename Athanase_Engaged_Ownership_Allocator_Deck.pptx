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+10 percentage points per year versus the index,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+10 pts/yr net versus the 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commoditizes analytical alpha — not engaged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AI lets every firm run the same financial analysis instantly, the alpha in screenable, well-covered equities is competed away and the “easy” names are bid up. The durable edge shifts from discovering value to creating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AI COMMODITIZES — DISCOVERED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same analysis, instantly — every manager ingests the same filings and data and runs the same models; the analytical edge long-only alpha rests on erodes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“easy” stuff gets bid up — screenable large- and mega-caps are arbitraged fastest, compressing margins of safety and deepening the index concentration you already carry.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Your current equity alpha is exposed — much of what active global-equity managers charge for is precisely this analytical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IT CANNOT — CREATED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Returns we create, not discover — ours come from board control, capital-allocation change and operational improvement, not a mispricing a model can replicate.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can’t download a board seat — a multi-year, relationship- and execution-dependent turnaround is the opposite of a commoditizable screen.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inefficiency persists where analysis can’t reach — under-covered mid-caps that need governance and operating change, not a faster spreadsheet: our lane.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891174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Documented mechanism: LLMs already perform financial-statement analysis at analyst level (Kim, Muhn &amp; Nikolaev, 2024); return predictability decays once a strategy is replicable (McLean &amp; Pontiff, 2016) — AI accelerates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6164275"/>
            <a:ext cx="8895505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6164275"/>
            <a:ext cx="8632151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created — engaged-ownership — alpha becomes scarcer and more valuable. The edge AI cannot copy is the one to add now.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 the cycle will turn. The career risk isn’t a planned drawdown here — it’s being trapped in the most-expensive, least-liquid assets when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GLOBAL EQUITIES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FULLY EXPOSED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You own the peak</a:t>
            </a:r>
            <a:r>
              <a:rPr sz="760">
                <a:solidFill>
                  <a:srgbClr val="0E1620"/>
                </a:solidFill>
                <a:latin typeface="Arial"/>
              </a:rPr>
              <a:t> — the most-expensive, most-concentrated names take the full drawdown — no protection.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Concentration cuts both ways</a:t>
            </a:r>
            <a:r>
              <a:rPr sz="760">
                <a:solidFill>
                  <a:srgbClr val="0E1620"/>
                </a:solidFill>
                <a:latin typeface="Arial"/>
              </a:rPr>
              <a:t> — the crowding that flattered returns on the way up amplifies the fall.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Nothing to do</a:t>
            </a:r>
            <a:r>
              <a:rPr sz="760">
                <a:solidFill>
                  <a:srgbClr val="0E1620"/>
                </a:solidFill>
                <a:latin typeface="Arial"/>
              </a:rPr>
              <a:t> — you are the market — there is no lever to pull.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TRAP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Marks catch down</a:t>
            </a:r>
            <a:r>
              <a:rPr sz="760">
                <a:solidFill>
                  <a:srgbClr val="0E1620"/>
                </a:solidFill>
                <a:latin typeface="Arial"/>
              </a:rPr>
              <a:t> — smoothed valuations lag, then fall; the denominator effect pushes PE past its limits.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Calls keep coming</a:t>
            </a:r>
            <a:r>
              <a:rPr sz="760">
                <a:solidFill>
                  <a:srgbClr val="0E1620"/>
                </a:solidFill>
                <a:latin typeface="Arial"/>
              </a:rPr>
              <a:t> — distributions stop while capital calls continue — forcing sales of good liquid assets at the bottom.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exit</a:t>
            </a:r>
            <a:r>
              <a:rPr sz="760">
                <a:solidFill>
                  <a:srgbClr val="0E1620"/>
                </a:solidFill>
                <a:latin typeface="Arial"/>
              </a:rPr>
              <a:t> — illiquidity hides the loss until it is too late to 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ATHANASE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HEDGE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Risk is floored</a:t>
            </a:r>
            <a:r>
              <a:rPr sz="760">
                <a:solidFill>
                  <a:srgbClr val="0E1620"/>
                </a:solidFill>
                <a:latin typeface="Arial"/>
              </a:rPr>
              <a:t> — board control owns the cash flow, capex and pay — fundamental risk falls whatever the ticker does.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Liquid &amp; uncorrelated</a:t>
            </a:r>
            <a:r>
              <a:rPr sz="760">
                <a:solidFill>
                  <a:srgbClr val="0E1620"/>
                </a:solidFill>
                <a:latin typeface="Arial"/>
              </a:rPr>
              <a:t> — daily liquidity and a genuine 0.44-correlation diversifier that defends the book.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crack is the entry</a:t>
            </a:r>
            <a:r>
              <a:rPr sz="760">
                <a:solidFill>
                  <a:srgbClr val="0E1620"/>
                </a:solidFill>
                <a:latin typeface="Arial"/>
              </a:rPr>
              <a:t> — the dislocation becomes your co-invest free look — not your trap.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44768"/>
            <a:ext cx="8734567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44768"/>
            <a:ext cx="841269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cycle turns, two of these put your board review at risk and one defends it — and the hedge can only be bought before the crack, not after.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Alpha decay — AI is commoditizing the analytical edge your active equity managers sell (prior page); engaged ownership is the edge it cannot copy.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Compounding foregone — at a delivered ~16% net, €100m deferred 12 months reaches the same horizon ~€61m smaller; that gap never returns.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Capacity forfeited — only ~one deal a year, and co-investment is pro-rata to commitment: those in early set their share, latecomers take what is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715609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Delay illustration: €100m at ~16% net — nine vs ten years of compounding to a common horizon; illustrative only, past returns not indicative.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5930188"/>
            <a:ext cx="8895505" cy="8778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5930188"/>
            <a:ext cx="8632151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The bigger risk isn’t the upside you forgo — it’s where you’re holding when valuations crack (prior page): a crowded index, or PE you cannot exit.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Two years on, the harder board question isn’t a planned 2% drawdown here — it’s why you sat in the most-expensive, most-correlated assets with no liquid hedge. Doing nothing is also a decision; it just never gets minuted.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