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Price-dislocation gate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on a severe optical drawdown — a formal 20–30% price drop.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Expiration window</a:t>
            </a:r>
            <a:r>
              <a:rPr sz="680">
                <a:solidFill>
                  <a:srgbClr val="0E1620"/>
                </a:solidFill>
                <a:latin typeface="Arial"/>
              </a:rPr>
              <a:t> — capped to 18–24 months post-board-seat; if no J-curve appears, the commitment expires uncalled — freeing the LP’s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Listing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as 2.5× approaches, the vehicle lists and converts to a permanent capital vehicle (PCV).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Evergreen duration</a:t>
            </a:r>
            <a:r>
              <a:rPr sz="680">
                <a:solidFill>
                  <a:srgbClr val="0E1620"/>
                </a:solidFill>
                <a:latin typeface="Arial"/>
              </a:rPr>
              <a:t> — LPs get fractional daily liquidity in the listed shares; the manager keeps infinite duration — no forced block-sale discount.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Consent on the flip</a:t>
            </a:r>
            <a:r>
              <a:rPr sz="680">
                <a:solidFill>
                  <a:srgbClr val="0E1620"/>
                </a:solidFill>
                <a:latin typeface="Arial"/>
              </a:rPr>
              <a:t> — PCV listing needs LP supermajority consent and an independent NAV; the 2.0× lock crystallises at/before conversion.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Backstop &amp; negative control</a:t>
            </a:r>
            <a:r>
              <a:rPr sz="680">
                <a:solidFill>
                  <a:srgbClr val="0E1620"/>
                </a:solidFill>
                <a:latin typeface="Arial"/>
              </a:rPr>
              <a:t> — an LPAC veto on venue, conversion ratio and promote terms; a NAV redemption right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61811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4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documentation; the “LP protections” cell is a proposal, not yet agreed.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