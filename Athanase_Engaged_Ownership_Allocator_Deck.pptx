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9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10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11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12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11.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22" y="417454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 (PART 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22" y="4437888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