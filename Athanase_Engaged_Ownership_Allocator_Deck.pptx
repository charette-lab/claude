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5.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1.6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1.7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2.23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2.24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2.25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2.26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2.27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2.28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~18x growth vs ~14x for MSCI IMI since 2006.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8.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2.23 Switching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2.24 The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2.25 Same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2.26 PE’s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2.27 When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2.28 Responsible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(235 months, 2006–2025):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geometric compounding of monthly net returns (16.0%).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