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11603"/>
            <a:ext cx="4279499" cy="5559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11603"/>
            <a:ext cx="4279499" cy="5559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72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72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72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72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72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1.6   </a:t>
            </a:r>
            <a:r>
              <a:rPr sz="72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72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72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72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72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72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3   Risk, honestly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72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72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72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72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4   The 20-year track record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72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72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72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72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72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72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5   What it means for your portfolio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72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72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72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72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150"/>
              </a:spcAft>
            </a:pPr>
            <a:r>
              <a:rPr sz="760" b="1">
                <a:solidFill>
                  <a:srgbClr val="314359"/>
                </a:solidFill>
                <a:latin typeface="Times New Roman"/>
              </a:rPr>
              <a:t>6   Versus private equity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72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56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72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72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72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72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56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6.6   </a:t>
            </a:r>
            <a:r>
              <a:rPr sz="72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150"/>
              </a:spcAft>
            </a:pPr>
            <a:r>
              <a:rPr sz="720" b="0">
                <a:solidFill>
                  <a:srgbClr val="314359"/>
                </a:solidFill>
                <a:latin typeface="Arial"/>
              </a:rPr>
              <a:t>      6.7   </a:t>
            </a:r>
            <a:r>
              <a:rPr sz="72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