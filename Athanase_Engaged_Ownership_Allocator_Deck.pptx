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Price-dislocation gate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on a severe optical drawdown — a formal 20–30% price drop.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Expiration window</a:t>
            </a:r>
            <a:r>
              <a:rPr sz="680">
                <a:solidFill>
                  <a:srgbClr val="0E1620"/>
                </a:solidFill>
                <a:latin typeface="Arial"/>
              </a:rPr>
              <a:t> — capped to 18–24 months post-board-seat; if no J-curve appears, the commitment expires uncalled — freeing the LP’s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Buyback &amp; negative control</a:t>
            </a:r>
            <a:r>
              <a:rPr sz="680">
                <a:solidFill>
                  <a:srgbClr val="0E1620"/>
                </a:solidFill>
                <a:latin typeface="Arial"/>
              </a:rPr>
              <a:t> — the &gt;10%-discount buyback is mandated in the listed vehicle; an LPAC veto on conversion ratio and promote terms;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