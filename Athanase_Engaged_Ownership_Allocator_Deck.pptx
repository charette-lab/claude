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Peer-reviewed estimates put the direct cost of a single activist campaign at ~$10.7m (Gantchev, 2013), and the target re-rates ~7% around the 13D disclosure (Brav et al., 2008) — so every fresh campaign re-incurs underwriting and market impact that a high-cadence book pays each turn, while a long holder amortises it over years.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Brav et al. (2008), J. Finance — population averages.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