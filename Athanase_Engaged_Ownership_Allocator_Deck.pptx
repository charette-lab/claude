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exit a broken thesis; control stakes are realised through the board, not a forced sale.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