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64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our proprietary database of ~60,000 companies, we restate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database carries our own moat scores on ~20,000 companies, paired with our CEO evaluation — a quantified first read on durability and on the people running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