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“Cheap” index exposure is not cheap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4 “Cheap” index exposure is not cheap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headline expense ratio is the smallest part of the cost — and you pay full price to own concentration and rich valuations.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36550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487168"/>
            <a:ext cx="2852999" cy="1092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3–9 bps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headline fee —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all you are quoted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36550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487168"/>
            <a:ext cx="2852999" cy="1092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20–80 bps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year, from index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reconstitution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36550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487168"/>
            <a:ext cx="2852999" cy="10924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$1–2 bn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year transferred to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arbitrageurs**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891686"/>
            <a:ext cx="4279499" cy="2535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COSTS YOU DON’T SEE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Index reconstitution forces funds to buy additions high and sell deletions low, on predictable dates — the ~20–80 bps above (Petajisto, 2011).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Bid-ask spreads, market impact, premium/discount to NAV and tax drag all sit on top of the headline fee.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768" y="3891686"/>
            <a:ext cx="4279499" cy="2535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COST THAT MATTERS MOST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buy the most expensive companies at peak weights — no valuation discipline, and no one improving the businesses.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“Cheap” fees on an expensive, concentrated portfolio are a false economy: the price you pay is the risk you take.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default “safe and cheap” choice now embeds maximum valuation and concentration risk — precisely why a valuation-disciplined, idiosyncratic return engine earns its place.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886041"/>
            <a:ext cx="6364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*Reconstitution cost, lower bound: ~21–28 bps/yr S&amp;P 500, ~38–77 bps/yr Russell 2000 (Petajisto, 2011). **Combined index-fund losses to arbitrage (Chen, Noronha &amp; Singal, 2006).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