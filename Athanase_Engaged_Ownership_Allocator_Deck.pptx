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followed with add-ons, and began negotiating a board seat in 2019. When we couldn’t secure it we exited — disciplined, yet still profitable: a ~14% annual IRR, more than twice the index per year.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